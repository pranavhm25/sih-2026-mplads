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Times New Roman Bold" charset="1" panose="02020803070505020304"/>
      <p:regular r:id="rId14"/>
    </p:embeddedFont>
    <p:embeddedFont>
      <p:font typeface="Arial" charset="1" panose="020B0604020202020204"/>
      <p:regular r:id="rId15"/>
    </p:embeddedFont>
    <p:embeddedFont>
      <p:font typeface="Arimo Bold" charset="1" panose="020B0704020202020204"/>
      <p:regular r:id="rId16"/>
    </p:embeddedFont>
    <p:embeddedFont>
      <p:font typeface="Arimo" charset="1" panose="020B0604020202020204"/>
      <p:regular r:id="rId17"/>
    </p:embeddedFont>
    <p:embeddedFont>
      <p:font typeface="Calibri (MS)" charset="1" panose="020F0502020204030204"/>
      <p:regular r:id="rId18"/>
    </p:embeddedFont>
    <p:embeddedFont>
      <p:font typeface="Calibri (MS) Bold" charset="1" panose="020F07020304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76156" y="2554548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39636" y="4506956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064181" y="-5286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7107" y="1093115"/>
            <a:ext cx="16591403" cy="747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</a:p>
          <a:p>
            <a:pPr algn="just" marL="615316" indent="-307658" lvl="1">
              <a:lnSpc>
                <a:spcPts val="81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26102</a:t>
            </a:r>
          </a:p>
          <a:p>
            <a:pPr algn="just" marL="615316" indent="-307658" lvl="1">
              <a:lnSpc>
                <a:spcPts val="81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Development of an AI-Powered System to Detect Anomalies, Fraud, and Inefficiencies in MPLAD Scheme Implementation</a:t>
            </a:r>
          </a:p>
          <a:p>
            <a:pPr algn="just" marL="615316" indent="-307658" lvl="1">
              <a:lnSpc>
                <a:spcPts val="81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Smart Automation</a:t>
            </a:r>
          </a:p>
          <a:p>
            <a:pPr algn="just" marL="615316" indent="-307658" lvl="1">
              <a:lnSpc>
                <a:spcPts val="81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Software</a:t>
            </a:r>
          </a:p>
          <a:p>
            <a:pPr algn="just" marL="615316" indent="-307658" lvl="1">
              <a:lnSpc>
                <a:spcPts val="81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- 160741</a:t>
            </a:r>
          </a:p>
          <a:p>
            <a:pPr algn="just" marL="615316" indent="-307658" lvl="1">
              <a:lnSpc>
                <a:spcPts val="816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CODEHOLICS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92791" y="1232299"/>
            <a:ext cx="17502418" cy="670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0"/>
              </a:lnSpc>
            </a:pPr>
            <a:r>
              <a:rPr lang="en-US" sz="3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Detection Methodology</a:t>
            </a:r>
          </a:p>
          <a:p>
            <a:pPr algn="just" marL="615319" indent="-307659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Isolation Forest — scikit-learn docs: </a:t>
            </a:r>
          </a:p>
          <a:p>
            <a:pPr algn="just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https://scikit-learn.org/stable/modules/generated/sklearn.ensemble.IsolationForest.html</a:t>
            </a:r>
          </a:p>
          <a:p>
            <a:pPr algn="just" marL="615319" indent="-307659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 Isolation Forest paper (Liu, Ting &amp; Zhou, 2008):</a:t>
            </a:r>
          </a:p>
          <a:p>
            <a:pPr algn="just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https://cs.nju.edu.cn/zhouzh/zhouzh.files/publication/icdm08b.pdf</a:t>
            </a:r>
          </a:p>
          <a:p>
            <a:pPr algn="just" marL="615319" indent="-307659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TF-IDF + Cosine Similarity (duplicate-work detection):</a:t>
            </a:r>
          </a:p>
          <a:p>
            <a:pPr algn="just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https://scikit-learn.org/stable/modules/feature_extraction.html#tfidf-term-weighting</a:t>
            </a:r>
          </a:p>
          <a:p>
            <a:pPr algn="just">
              <a:lnSpc>
                <a:spcPts val="4080"/>
              </a:lnSpc>
            </a:pPr>
            <a:r>
              <a:rPr lang="en-US" sz="3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Domain &amp; Dataset</a:t>
            </a:r>
          </a:p>
          <a:p>
            <a:pPr algn="just" marL="615319" indent="-307659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MPLADS Dataset / Dashboard (official, PS-provided):</a:t>
            </a:r>
          </a:p>
          <a:p>
            <a:pPr algn="just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https://mplads.mospi.gov.in/digigov/dashboard.html</a:t>
            </a:r>
          </a:p>
          <a:p>
            <a:pPr algn="just" marL="615319" indent="-307659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MPLADS Scheme Guidelines (MoSPI): https://mplads.gov.in</a:t>
            </a:r>
          </a:p>
          <a:p>
            <a:pPr algn="just">
              <a:lnSpc>
                <a:spcPts val="4080"/>
              </a:lnSpc>
            </a:pPr>
            <a:r>
              <a:rPr lang="en-US" sz="3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Audit Standard (rule-library grounding)</a:t>
            </a:r>
          </a:p>
          <a:p>
            <a:pPr algn="just" marL="615319" indent="-307659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CAG Audit Reports: https://cag.gov.in/en/audit-report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8119" y="2248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Codeholics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38119" y="8005762"/>
            <a:ext cx="17502418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0"/>
              </a:lnSpc>
            </a:pPr>
            <a:r>
              <a:rPr lang="en-US" sz="3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Related Links</a:t>
            </a:r>
          </a:p>
          <a:p>
            <a:pPr algn="just" marL="615319" indent="-307659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YouTube video :</a:t>
            </a:r>
          </a:p>
          <a:p>
            <a:pPr algn="just" marL="615319" indent="-307659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repo</a:t>
            </a: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</a:p>
          <a:p>
            <a:pPr algn="just">
              <a:lnSpc>
                <a:spcPts val="4080"/>
              </a:lnSpc>
            </a:pPr>
            <a:r>
              <a:rPr lang="en-US" sz="3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DAHWBcIczxo</dc:identifier>
  <dcterms:modified xsi:type="dcterms:W3CDTF">2011-08-01T06:04:30Z</dcterms:modified>
  <cp:revision>1</cp:revision>
  <dc:title>Problem Statement ID – 26102 Problem Statement Title - Development of an AI-Powered System to Detect Anomalies, Fraud, and Inefficiencies in MPLAD Scheme Implementation Theme - Smart Automation PS Category - Software Team ID - 160741 Team Name -</dc:title>
</cp:coreProperties>
</file>